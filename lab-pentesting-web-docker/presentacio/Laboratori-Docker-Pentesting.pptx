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480560" cy="402336"/>
          </a:xfrm>
          <a:prstGeom prst="roundRect">
            <a:avLst>
              <a:gd name="adj" fmla="val 227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 2  ·  PORTFOLI DE CIBERSEGURETAT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 DE</a:t>
            </a:r>
            <a:endParaRPr lang="en-US" sz="48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PENTESTING WEB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 reproduïble amb Docker  ·  enumeració → explotació → escalada → root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441655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41655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441655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— bash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727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</a:t>
            </a:r>
            <a:pPr algn="l"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:~# </a:t>
            </a:r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0932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3 objectius aixecats a labnet 172.30.0.0/24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 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   </a:t>
            </a:r>
            <a:pPr algn="l" indent="0" marL="0"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  </a:t>
            </a:r>
            <a:pPr algn="l" indent="0" marL="0"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juice-shop 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Ús exclusiu en laboratori aïllat  ·  objectius vulnerables a propòsit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MOTIVACIÓ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què un laboratori amb Docker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avantatges respecte a muntar màquines virtuals a mà.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REPRODUÏBLE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  make up  recrea tot l'entorn, idèntic, en qualsevol màquina amb Docker.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AÏLLAT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Xarxa pròpia (labnet) i ports lligats a 127.0.0.1: res queda exposat a la teva LAN.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21624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S'elimina sense rastre amb  make clean . Sense imatges de VM de desenes de GB.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s'estructura el laboratori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 ·  xarxa Docker aïllada  ·  172.30.0.0/24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propi · boot2root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172.30.0.10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Vulns web dirigides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172.30.0.11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8080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modern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172.30.0.12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→ 3000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50749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teu host / Kali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(atacant)  →  ports a 127.0.0.1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663440"/>
            <a:ext cx="0" cy="41148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OBJECTIUS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 tres objectius per practicar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88920" y="1801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88920" y="2148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propi "boot2root"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sencera en una màquina: enumeració → command injection → foothold → sudo/find → root.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56432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8892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730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40050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Vulnerabilitats web dirigides (SQLi, XSS, upload, LFI) amb nivells Low / Medium / High.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password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38344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3834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88920" y="4965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88920" y="5312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5586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moderna (Node/Angular) amb el OWASP Top 10 i reptes tipus CTF.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69680" y="5084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5385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registre lliure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POSADA EN MARXA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Aixeca el laboratori en un minut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2880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8288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clona i entra al projecte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&amp;&amp; cd </a:t>
            </a:r>
            <a:pPr algn="l" indent="0" marL="0"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lab-pentesting-web-docker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8437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1455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aixeca els 3 objectius (build + arrenca)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050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comprova que corren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4654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956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quan acabis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down     </a:t>
            </a:r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atura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559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   </a:t>
            </a:r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elimina-ho tot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18120" y="155448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OBJECTIUS AL NAVEGADOR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10728" y="222199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vulnerable-web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10728" y="2724912"/>
            <a:ext cx="128016" cy="12801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127.0.0.1:8080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0728" y="3227832"/>
            <a:ext cx="128016" cy="12801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469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127.0.0.1:3000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388620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D'ATAC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attacker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Obre una shell Kali connectada a labnet per atacar les IPs internes 172.30.0.x. Instal·la les eines que necessitis un cop dins.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TARGET PROPI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cadena d'atac, pas a 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64208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82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Enumeració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Descobreix el port 80 i les rutes /admin, /backup i /ping.php.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49640" y="1801368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+ gobuster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4440" y="2532888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42616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660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Recol·lecció de pistes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990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filtrada delata credencials i que el ping no valida l'entrada.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49640" y="2779776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7797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/backup/notes.txt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3511296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21024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Explotació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9684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host=127.0.0.1;id  a /ping.php dona execució de codi com www-data.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49640" y="3758184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758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Injection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34440" y="4489704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99432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Foothold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946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estable com www-data + captura de user_flag.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549640" y="4736592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736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shell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234440" y="5468112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577840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577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0876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Escalada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08760" y="59253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-l revela find com root → shell de root + root_flag.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549640" y="5715000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5715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find · GTFOBins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Arsenal per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ENUMERACIÓ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gobuster / dirbuster · ffuf · nikto · whatweb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3639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VULNERABILITATS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searchsploit · Exploit-DB · Nmap NSE (--script vuln)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EXPLOTACIÓ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(Metasploit) · sqlmap · exploits manuals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138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13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ESCALADA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440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LinPEAS · lse.sh · pspy · GTFOBins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LÍMITS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Aïllament i ètica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Aquests contenidors són vulnerables a propòsit. Tracta'ls com material perillós.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18688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a localhost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serveis només s'exposen a 127.0.0.1: no arriben a la teva xarxa local ni a internet.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218688"/>
            <a:ext cx="146304" cy="146304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 contra tercers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només al teu lab o en plataformes que autoritzen l'atac (TryHackMe, HTB, VulnHub).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074920"/>
            <a:ext cx="146304" cy="146304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i autorització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encàrrec real, l'abast i el permís per escrit són el 50% de la feina. Documenta-ho sempre.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5074920"/>
            <a:ext cx="146304" cy="14630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Esborrat net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elimina contenidors, volums i imatges quan acabis la sessió.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root@labnet:~#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Comença pel target propi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completa la cadena fins a root.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34930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Aixeca el laboratori i comprova els 3 objectius.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70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242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2428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la cadena sencera: enumeració → root.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926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· Juice Shop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9926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Aprofundeix en vulnerabilitats web concretes.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7698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742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57424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Passos, evidències, impacte i remediació al teu writeup.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GUIA-METODOLOGIA.md per al detall de cada fase.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2026-07-30T14:28:02Z</dcterms:created>
  <dcterms:modified xsi:type="dcterms:W3CDTF">2026-07-30T14:28:02Z</dcterms:modified>
</cp:coreProperties>
</file>