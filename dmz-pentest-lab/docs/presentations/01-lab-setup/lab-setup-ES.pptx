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MONTAJE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Montaje del laboratorio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una DMZ aislada con tres objetivos Linux usando Docker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DMZ Pentest Lab — Lateral Movement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vas a construir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201168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ubuntu-web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172.30.0.10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+ PostgreSQL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201168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fedora-ssh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172.30.0.20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+ FTP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0" y="201168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opensuse-smb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172.30.0.30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Samba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977640" y="2926080"/>
            <a:ext cx="59436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0" y="2926080"/>
            <a:ext cx="594360" cy="32004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976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DMZ aislada  ·  172.30.0.0/24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(Linux)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Engine + el plugin Docker Compose v2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usuario en el grupo docker (ejecutar sin sudo)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 GB de RAM libres y ~10 GB de disco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Opcional: un host Kali/Parrot conectado a la red dmz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56692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5669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vez: sudo usermod -aG docker $USER, luego cierra y vuelve a iniciar sesión.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Obtén el código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https://github.com/&lt;user&gt;/dmz-pentest-lab.git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dmz-pentest-lab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 scripts/*.sh machines/*/entrypoint.sh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contextos de build en machines/ (uno por objetivo)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docker-compose.yml define la red dmz y las IPs fijas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y arranca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./scripts/start-lab.sh        # docker compose up -d --build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            # los tres deben estar 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primera build descarga imágenes base y paquetes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arranques posteriores son rápidos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los objetivos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 w="12700">
            <a:solidFill>
              <a:srgbClr val="27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00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http://localhost:8080/                 # web app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fedora-ssh ss -tlnp | grep :22   # ssh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opensuse-smb smbclient -L localhost -U smbbackup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máquina debe responder en sus puertos de servicio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Aislamiento y ética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dmz es una red Docker privada — ataca solo dentro de ella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dirijas estas herramientas a sistemas que no sean tuyos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Reinicia cuando quieras: ./scripts/stop-lab.sh y vuelve a arrancar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566928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5875">
            <a:solidFill>
              <a:srgbClr val="F871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5669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práctica autorizada y aislada. Esta regla no se negocia nunca.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02 — Walkthrough: ejecuta la cadena de movimiento lateral completa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2026-08-01T16:32:28Z</dcterms:created>
  <dcterms:modified xsi:type="dcterms:W3CDTF">2026-08-01T16:32:28Z</dcterms:modified>
</cp:coreProperties>
</file>