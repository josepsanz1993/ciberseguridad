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LAB SETUP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the Lab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isolated DMZ of three Linux targets with Docker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DMZ Pentest Lab — Lateral Movement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are building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ubuntu-web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+ PostgreSQL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fedora-ssh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+ FTP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opensuse-smb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7764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Isolated DMZ  ·  172.30.0.0/24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 (Linux)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Engine + the Docker Compose v2 plugin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user in the docker group (run without sudo)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GB free RAM and ~10 GB disk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a Kali/Parrot host attached to the dmz network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56692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5669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One-time: sudo usermod -aG docker $USER, then log out and back in.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https://github.com/&lt;user&gt;/dmz-pentest-lab.git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dmz-pentest-lab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scripts/*.sh machines/*/entrypoint.sh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build contexts under machines/ (one per target)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docker-compose.yml wires the dmz network and static IPs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start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./scripts/start-lab.sh        # docker compose up -d --build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            # all three should be 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downloads base images and packages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starts are fast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targets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http://localhost:8080/                 # web app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fedora-ssh ss -tlnp | grep :22   # ssh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opensuse-smb smbclient -L localhost -U smbbackup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machine should answer on its service ports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&amp; ethics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dmz is a private Docker network — attack only inside 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point these tools at systems you do not own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anytime: ./scripts/stop-lab.sh then start again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56692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5669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Authorized, isolated practice only. This is the rule that is never negotiable.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02 — Lab Walkthrough: run the full lateral-movement chain end to end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2026-08-01T16:32:28Z</dcterms:created>
  <dcterms:modified xsi:type="dcterms:W3CDTF">2026-08-01T16:32:28Z</dcterms:modified>
</cp:coreProperties>
</file>